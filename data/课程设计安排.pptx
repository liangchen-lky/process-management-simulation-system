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8DE48-CB83-B7FE-2E2F-1DD3F8957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952BCB-0920-90B3-1A9B-3AFFDDF19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E1F18-A7BA-CA2C-BAF3-7CE6DC6E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C8C388-34F7-D2EE-1535-128F58B8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71409-845E-82DD-8013-4DD192B8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40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982B6-FECC-0F6D-5073-91D48700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3AE06-2242-6228-10FE-65240D2D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D861C-6203-F79D-EFB6-731352AD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A58938-88B2-63CF-8391-B90BC85C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5A17C-74D2-8669-CE60-19CAAB1B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46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BACFD-A2AE-FFF8-D7B6-AFB1FD64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5A09D-E04D-00A0-204C-6B201017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6BDC1-A816-8887-7280-548C15AD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AAC95-3335-DB72-4FD0-B95CA7E3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C8237-475A-472A-6BD2-F9F2C6E5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2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4A063-ED75-69C8-E0F0-4D34830C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BCAB4-8E8D-A38C-B15F-2A9FD3B5F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FE3087-DC06-14EB-F908-EBED2F37A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CE123B-66BE-A758-0D76-8CCE0FD4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23D7DF-2029-635F-CCFC-EA8CD2E1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FE0187-A3F1-0274-D6E2-5AC41D6F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53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052F2-E7E7-04BB-E804-54283696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E567D5-EC6B-2BC9-FECB-981E61DD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68F196-BBE8-B497-D786-C3CC15083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F6444C-DF15-153A-704A-36E127C63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4B8C43-31BB-C4E8-EBE4-83783E306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975341-D87A-181A-64B3-FBA56896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67C7BE-43F6-1AE9-4069-0495C064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4174F0-72C6-3F69-BF3C-5744BC6B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7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97B4A-53C3-1BF4-6137-184BEF31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C53484-116B-B638-AEEA-38F421C0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180081-E36B-9E9F-1B99-37B28571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C0401C-64F2-25DF-37DE-2CE1F962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91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80CF2E-197F-0634-177E-B53A10B1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26CBB4-DAB0-E06C-C40D-3B076FF3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717A20-9ADB-2A4D-18C6-AD172453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42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C094E-9379-F78F-CF92-85A48C81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A5561-FDA9-9E3E-0100-16E2AED5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0F6ED8-3407-D7CC-F16F-C9F7A111A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7826F-566A-1F6F-18AE-33A72597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A50E2-7FD0-B0F9-0D1B-7533EFFC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BFE15-9C77-D807-AC9C-1C3A15CC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78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FDA51-79BB-24DD-AC89-18F2241B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3760C9-CDF9-F58E-6E4C-0AE4355D9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5949E9-C77A-20F6-EE63-39D8EE671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BE7C31-DBFC-5B53-01F0-FD403D08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AD2E62-311A-E0E1-E607-3D2DC479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68782B-A766-39D3-F7A2-8E3B6D12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3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A28E8-FEF6-C7E3-C112-DDF934FA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D3221C-F4EB-A260-1B93-AA4F0F325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37B8D-9981-D085-170A-91521BA3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42402-D7EF-4135-69DE-BFD4BFE9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447D1-1316-0FDA-AB68-7C0513E7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7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EC7858-713E-CE69-04DA-45D9BC1C4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6EFD5-1E8C-2DC1-5B50-0163F6300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6AEB7-3035-4D87-0087-C6518E6D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A5015-1EC5-22A1-3D81-5B3248FA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33F93-C1C6-26AA-8A02-90F296B3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71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AA1D4E-ED23-7924-7A2D-2997B9BB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B8D9AE-E020-B69C-E50C-3019D193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5DA98-F753-E144-3E97-058C914D6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C0890-0BF5-4EF4-A03A-D823BBA5C7D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32ABF-227C-7432-5173-E82076C6C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F25DEC-6896-9B9A-D2B0-1421EFE6A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35FD8-C94C-4ABB-8C57-690529E60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29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9350E-6763-03D3-53A9-FF98C94E0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操作系统课设安排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64DB3F-279B-6828-3DF5-F75B8BA444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35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51796D6-1231-9ADB-D2CE-924CA770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5187FEE-F62D-1B29-1E69-51EA6967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sz="3200" dirty="0"/>
              <a:t>处理机调度模拟系统</a:t>
            </a:r>
            <a:endParaRPr lang="en-US" altLang="zh-CN" sz="3200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sz="3200" dirty="0"/>
              <a:t>进程管理模拟系统</a:t>
            </a:r>
            <a:endParaRPr lang="en-US" altLang="zh-CN" sz="3200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sz="3200" dirty="0"/>
              <a:t>文件管理模拟系统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92581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064F3-84FA-46A8-411B-9475C6DA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3C6B938-4C11-49D3-2219-82F3A7C5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787D626-1827-2707-5554-2EFF06ED6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3</a:t>
            </a:r>
            <a:r>
              <a:rPr lang="zh-CN" altLang="en-US" sz="3200" dirty="0"/>
              <a:t>人一组，最后一组</a:t>
            </a:r>
            <a:r>
              <a:rPr lang="en-US" altLang="zh-CN" sz="3200" dirty="0"/>
              <a:t>2-4</a:t>
            </a:r>
            <a:r>
              <a:rPr lang="zh-CN" altLang="en-US" sz="3200" dirty="0"/>
              <a:t>人</a:t>
            </a:r>
            <a:endParaRPr lang="en-US" altLang="zh-CN" sz="3200" dirty="0"/>
          </a:p>
          <a:p>
            <a:r>
              <a:rPr lang="zh-CN" altLang="en-US" sz="3200" dirty="0"/>
              <a:t>学委控制</a:t>
            </a:r>
            <a:r>
              <a:rPr lang="en-US" altLang="zh-CN" sz="3200" dirty="0"/>
              <a:t>3</a:t>
            </a:r>
            <a:r>
              <a:rPr lang="zh-CN" altLang="en-US" sz="3200" dirty="0"/>
              <a:t>个任务分组数平均</a:t>
            </a:r>
            <a:endParaRPr lang="en-US" altLang="zh-CN" sz="3200" dirty="0"/>
          </a:p>
          <a:p>
            <a:r>
              <a:rPr lang="zh-CN" altLang="en-US" sz="3200" dirty="0"/>
              <a:t>每组好中差搭配</a:t>
            </a:r>
            <a:endParaRPr lang="en-US" altLang="zh-CN" sz="3200" dirty="0"/>
          </a:p>
          <a:p>
            <a:r>
              <a:rPr lang="zh-CN" altLang="en-US" sz="3200" dirty="0"/>
              <a:t>推荐男女搭配</a:t>
            </a:r>
          </a:p>
        </p:txBody>
      </p:sp>
    </p:spTree>
    <p:extLst>
      <p:ext uri="{BB962C8B-B14F-4D97-AF65-F5344CB8AC3E}">
        <p14:creationId xmlns:p14="http://schemas.microsoft.com/office/powerpoint/2010/main" val="266055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E314B-87B3-4E07-79C3-2EE5A251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38EB1-690D-EF35-433E-4E017E9C1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16-17</a:t>
            </a:r>
            <a:r>
              <a:rPr lang="zh-CN" altLang="en-US" sz="3200" dirty="0"/>
              <a:t>周</a:t>
            </a:r>
            <a:endParaRPr lang="en-US" altLang="zh-CN" sz="3200" dirty="0"/>
          </a:p>
          <a:p>
            <a:r>
              <a:rPr lang="zh-CN" altLang="en-US" sz="3200" dirty="0"/>
              <a:t>签到安排：</a:t>
            </a:r>
            <a:endParaRPr lang="en-US" altLang="zh-CN" sz="3200" dirty="0"/>
          </a:p>
          <a:p>
            <a:pPr lvl="1"/>
            <a:r>
              <a:rPr lang="en-US" altLang="zh-CN" sz="2800" dirty="0"/>
              <a:t>16</a:t>
            </a:r>
            <a:r>
              <a:rPr lang="zh-CN" altLang="en-US" sz="2800" dirty="0"/>
              <a:t>周：周二周三 上午</a:t>
            </a:r>
            <a:r>
              <a:rPr lang="en-US" altLang="zh-CN" sz="2800" dirty="0"/>
              <a:t>8</a:t>
            </a:r>
            <a:r>
              <a:rPr lang="zh-CN" altLang="en-US" sz="2800" dirty="0"/>
              <a:t>：</a:t>
            </a:r>
            <a:r>
              <a:rPr lang="en-US" altLang="zh-CN" sz="2800" dirty="0"/>
              <a:t>30-11</a:t>
            </a:r>
            <a:r>
              <a:rPr lang="zh-CN" altLang="en-US" sz="2800" dirty="0"/>
              <a:t>：</a:t>
            </a:r>
            <a:r>
              <a:rPr lang="en-US" altLang="zh-CN" sz="2800" dirty="0"/>
              <a:t>30    </a:t>
            </a:r>
            <a:r>
              <a:rPr lang="zh-CN" altLang="en-US" sz="2800" dirty="0"/>
              <a:t>下午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en-US" altLang="zh-CN" sz="2800" dirty="0"/>
              <a:t>30-5</a:t>
            </a:r>
            <a:r>
              <a:rPr lang="zh-CN" altLang="en-US" sz="2800" dirty="0"/>
              <a:t>：</a:t>
            </a:r>
            <a:r>
              <a:rPr lang="en-US" altLang="zh-CN" sz="2800" dirty="0"/>
              <a:t>30</a:t>
            </a:r>
          </a:p>
          <a:p>
            <a:pPr lvl="1"/>
            <a:r>
              <a:rPr lang="en-US" altLang="zh-CN" sz="2800" dirty="0"/>
              <a:t>17</a:t>
            </a:r>
            <a:r>
              <a:rPr lang="zh-CN" altLang="en-US" sz="2800" dirty="0"/>
              <a:t>周：周三周五 上午</a:t>
            </a:r>
            <a:r>
              <a:rPr lang="en-US" altLang="zh-CN" sz="2800" dirty="0"/>
              <a:t>8</a:t>
            </a:r>
            <a:r>
              <a:rPr lang="zh-CN" altLang="en-US" sz="2800" dirty="0"/>
              <a:t>：</a:t>
            </a:r>
            <a:r>
              <a:rPr lang="en-US" altLang="zh-CN" sz="2800" dirty="0"/>
              <a:t>30-11</a:t>
            </a:r>
            <a:r>
              <a:rPr lang="zh-CN" altLang="en-US" sz="2800" dirty="0"/>
              <a:t>：</a:t>
            </a:r>
            <a:r>
              <a:rPr lang="en-US" altLang="zh-CN" sz="2800" dirty="0"/>
              <a:t>30    </a:t>
            </a:r>
            <a:r>
              <a:rPr lang="zh-CN" altLang="en-US" sz="2800" dirty="0"/>
              <a:t>下午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en-US" altLang="zh-CN" sz="2800" dirty="0"/>
              <a:t>30-5</a:t>
            </a:r>
            <a:r>
              <a:rPr lang="zh-CN" altLang="en-US" sz="2800" dirty="0"/>
              <a:t>：</a:t>
            </a:r>
            <a:r>
              <a:rPr lang="en-US" altLang="zh-CN" sz="2800" dirty="0"/>
              <a:t>30</a:t>
            </a:r>
          </a:p>
          <a:p>
            <a:r>
              <a:rPr lang="zh-CN" altLang="en-US" sz="3200" dirty="0"/>
              <a:t>检查安排：</a:t>
            </a:r>
            <a:endParaRPr lang="en-US" altLang="zh-CN" sz="3200" dirty="0"/>
          </a:p>
          <a:p>
            <a:pPr lvl="1"/>
            <a:r>
              <a:rPr lang="en-US" altLang="zh-CN" sz="2800" dirty="0"/>
              <a:t>17</a:t>
            </a:r>
            <a:r>
              <a:rPr lang="zh-CN" altLang="en-US" sz="2800" dirty="0"/>
              <a:t>周周三开始  地点：</a:t>
            </a:r>
            <a:r>
              <a:rPr lang="en-US" altLang="zh-CN" sz="2800" dirty="0"/>
              <a:t>D511</a:t>
            </a:r>
          </a:p>
        </p:txBody>
      </p:sp>
    </p:spTree>
    <p:extLst>
      <p:ext uri="{BB962C8B-B14F-4D97-AF65-F5344CB8AC3E}">
        <p14:creationId xmlns:p14="http://schemas.microsoft.com/office/powerpoint/2010/main" val="156116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F752E-12B2-2932-F09B-52868BEE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5650F-52D1-19AB-EB6D-EB3222EF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A91D6-58BC-B6F9-3DCC-E62A910A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参考模板</a:t>
            </a:r>
            <a:endParaRPr lang="en-US" altLang="zh-CN" sz="2800" dirty="0"/>
          </a:p>
          <a:p>
            <a:r>
              <a:rPr lang="zh-CN" altLang="en-US" sz="2800" dirty="0"/>
              <a:t>建议学好</a:t>
            </a:r>
            <a:r>
              <a:rPr lang="en-US" altLang="zh-CN" sz="2800" dirty="0"/>
              <a:t>Word</a:t>
            </a:r>
            <a:r>
              <a:rPr lang="zh-CN" altLang="en-US" sz="2800" dirty="0"/>
              <a:t>排版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65318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FA87-CFAA-EBCD-87DC-29EE1E0E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10C0B-FD57-9CCD-6B1B-42A69DFA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期末考试考点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BFCB3-757A-9426-9217-D324E267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980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磁盘调度算法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空闲块管理（位示图）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连接分配（</a:t>
            </a:r>
            <a:r>
              <a:rPr lang="en-US" altLang="zh-CN" sz="2800" dirty="0"/>
              <a:t>FAT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LRU</a:t>
            </a:r>
            <a:r>
              <a:rPr lang="zh-CN" altLang="zh-CN" dirty="0"/>
              <a:t>页面置换算法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地址映射及页面置换（</a:t>
            </a:r>
            <a:r>
              <a:rPr lang="zh-CN" altLang="zh-CN" dirty="0"/>
              <a:t>先进先出</a:t>
            </a:r>
            <a:r>
              <a:rPr lang="zh-CN" altLang="en-US" dirty="0"/>
              <a:t>、</a:t>
            </a:r>
            <a:r>
              <a:rPr lang="zh-CN" altLang="zh-CN" dirty="0"/>
              <a:t>时钟置换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动态分区管理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银行家算法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作业调度及周转时间（高响应比优先）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进程同步（简单前驱</a:t>
            </a:r>
            <a:r>
              <a:rPr lang="zh-CN" altLang="en-US" sz="2800"/>
              <a:t>、前驱同步）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1163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154</Words>
  <Application>Microsoft Office PowerPoint</Application>
  <PresentationFormat>宽屏</PresentationFormat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操作系统课设安排</vt:lpstr>
      <vt:lpstr>任务</vt:lpstr>
      <vt:lpstr>分组</vt:lpstr>
      <vt:lpstr>时间</vt:lpstr>
      <vt:lpstr>报告</vt:lpstr>
      <vt:lpstr>期末考试考点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胡镜林</dc:creator>
  <cp:lastModifiedBy>胡镜林</cp:lastModifiedBy>
  <cp:revision>3</cp:revision>
  <dcterms:created xsi:type="dcterms:W3CDTF">2025-06-09T09:54:41Z</dcterms:created>
  <dcterms:modified xsi:type="dcterms:W3CDTF">2025-06-09T16:16:25Z</dcterms:modified>
</cp:coreProperties>
</file>